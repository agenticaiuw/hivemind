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1c56099d2d49d0" /><Relationship Type="http://schemas.openxmlformats.org/officeDocument/2006/relationships/extended-properties" Target="/docProps/app.xml" Id="Rb856c706c9a5494e" /><Relationship Type="http://schemas.openxmlformats.org/officeDocument/2006/relationships/officeDocument" Target="/ppt/presentation.xml" Id="Rfdfed8aae65f40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44155a4504431"/>
  </p:sldMasterIdLst>
  <p:notesMasterIdLst>
    <p:notesMasterId xmlns:r="http://schemas.openxmlformats.org/officeDocument/2006/relationships" r:id="R1d9d88a9c6d04be2"/>
  </p:notesMasterIdLst>
  <p:sldIdLst>
    <p:sldId xmlns:r="http://schemas.openxmlformats.org/officeDocument/2006/relationships" id="256" r:id="Re5e2275ed7cf4c00"/>
    <p:sldId xmlns:r="http://schemas.openxmlformats.org/officeDocument/2006/relationships" id="257" r:id="Rc0189937ee654ab1"/>
    <p:sldId xmlns:r="http://schemas.openxmlformats.org/officeDocument/2006/relationships" id="258" r:id="Rb03a4264bed24fdf"/>
    <p:sldId xmlns:r="http://schemas.openxmlformats.org/officeDocument/2006/relationships" id="259" r:id="R5c05db9c9cb54266"/>
    <p:sldId xmlns:r="http://schemas.openxmlformats.org/officeDocument/2006/relationships" id="260" r:id="R47c14dc405d646be"/>
    <p:sldId xmlns:r="http://schemas.openxmlformats.org/officeDocument/2006/relationships" id="261" r:id="Rae72350344c344ac"/>
    <p:sldId xmlns:r="http://schemas.openxmlformats.org/officeDocument/2006/relationships" id="262" r:id="R658455be0566499a"/>
    <p:sldId xmlns:r="http://schemas.openxmlformats.org/officeDocument/2006/relationships" id="263" r:id="R93dfa054c00c4592"/>
    <p:sldId xmlns:r="http://schemas.openxmlformats.org/officeDocument/2006/relationships" id="264" r:id="Rc6e9ecaf224d4f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c811eb41a74bd1" /><Relationship Type="http://schemas.openxmlformats.org/officeDocument/2006/relationships/slideMaster" Target="/ppt/slideMasters/slideMaster1.xml" Id="R25d44155a4504431" /><Relationship Type="http://schemas.openxmlformats.org/officeDocument/2006/relationships/notesMaster" Target="/ppt/notesMasters/notesMaster1.xml" Id="R1d9d88a9c6d04be2" /><Relationship Type="http://schemas.openxmlformats.org/officeDocument/2006/relationships/presProps" Target="/ppt/presProps.xml" Id="R90724e90a1f1481c" /><Relationship Type="http://schemas.openxmlformats.org/officeDocument/2006/relationships/viewProps" Target="/ppt/viewProps.xml" Id="R0a4b34a212a44013" /><Relationship Type="http://schemas.openxmlformats.org/officeDocument/2006/relationships/tableStyles" Target="/ppt/tableStyles.xml" Id="R62f8d2bd9b1f48bf" /><Relationship Type="http://schemas.openxmlformats.org/officeDocument/2006/relationships/slide" Target="/ppt/slides/slide1.xml" Id="Re5e2275ed7cf4c00" /><Relationship Type="http://schemas.openxmlformats.org/officeDocument/2006/relationships/slide" Target="/ppt/slides/slide2.xml" Id="Rc0189937ee654ab1" /><Relationship Type="http://schemas.openxmlformats.org/officeDocument/2006/relationships/slide" Target="/ppt/slides/slide3.xml" Id="Rb03a4264bed24fdf" /><Relationship Type="http://schemas.openxmlformats.org/officeDocument/2006/relationships/slide" Target="/ppt/slides/slide4.xml" Id="R5c05db9c9cb54266" /><Relationship Type="http://schemas.openxmlformats.org/officeDocument/2006/relationships/slide" Target="/ppt/slides/slide5.xml" Id="R47c14dc405d646be" /><Relationship Type="http://schemas.openxmlformats.org/officeDocument/2006/relationships/slide" Target="/ppt/slides/slide6.xml" Id="Rae72350344c344ac" /><Relationship Type="http://schemas.openxmlformats.org/officeDocument/2006/relationships/slide" Target="/ppt/slides/slide7.xml" Id="R658455be0566499a" /><Relationship Type="http://schemas.openxmlformats.org/officeDocument/2006/relationships/slide" Target="/ppt/slides/slide8.xml" Id="R93dfa054c00c4592" /><Relationship Type="http://schemas.openxmlformats.org/officeDocument/2006/relationships/slide" Target="/ppt/slides/slide9.xml" Id="Rc6e9ecaf224d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1bd0c8fc5142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f1dc5f4ea1489e" /><Relationship Type="http://schemas.openxmlformats.org/officeDocument/2006/relationships/notesMaster" Target="/ppt/notesMasters/notesMaster1.xml" Id="R4949560c2aa049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000f2eeccc4e06" /><Relationship Type="http://schemas.openxmlformats.org/officeDocument/2006/relationships/notesMaster" Target="/ppt/notesMasters/notesMaster1.xml" Id="R0f8c26fac7eb4e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b5f691d2474b75" /><Relationship Type="http://schemas.openxmlformats.org/officeDocument/2006/relationships/notesMaster" Target="/ppt/notesMasters/notesMaster1.xml" Id="R79223d26023b44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c38ac7d3ff4cf1" /><Relationship Type="http://schemas.openxmlformats.org/officeDocument/2006/relationships/notesMaster" Target="/ppt/notesMasters/notesMaster1.xml" Id="Rff426978525a4c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aaae8fd5cb4f71" /><Relationship Type="http://schemas.openxmlformats.org/officeDocument/2006/relationships/notesMaster" Target="/ppt/notesMasters/notesMaster1.xml" Id="R93be3b4b316b4d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03c0d128b74176" /><Relationship Type="http://schemas.openxmlformats.org/officeDocument/2006/relationships/notesMaster" Target="/ppt/notesMasters/notesMaster1.xml" Id="Re4957a96977941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635881caf24451" /><Relationship Type="http://schemas.openxmlformats.org/officeDocument/2006/relationships/notesMaster" Target="/ppt/notesMasters/notesMaster1.xml" Id="R6ee4d60f0b7c4f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ceffd801d348f6" /><Relationship Type="http://schemas.openxmlformats.org/officeDocument/2006/relationships/notesMaster" Target="/ppt/notesMasters/notesMaster1.xml" Id="Ra9c8adc22b2f4f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21015f0fee43f9" /><Relationship Type="http://schemas.openxmlformats.org/officeDocument/2006/relationships/notesMaster" Target="/ppt/notesMasters/notesMaster1.xml" Id="R06f915a286bb49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built-in image generation, created for this deck on 2026-08-11. Conceptual illustration; not a product screenshot or implementation evidence.</a:t>
            </a:r>
          </a:p>
          <a:p xmlns:a="http://schemas.openxmlformats.org/drawingml/2006/main">
            <a:r>
              <a:t>- Technical framing: revised from the existing RAM and Bandwidth Constraints slide in the user-provided SAIL.pptx; unverified numeric claims were removed from visible copy.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built-in image generation, created for this deck on 2026-08-11. Conceptual illustration; not a product screenshot or implementation evidence.</a:t>
            </a:r>
          </a:p>
          <a:p xmlns:a="http://schemas.openxmlformats.org/drawingml/2006/main">
            <a:r>
              <a:t>- Technical framing: revised from the existing Reducing Latency slide in the user-provided SAIL.pptx; unverified numeric claims were removed from visible copy.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built-in image generation, created for this deck on 2026-08-11. Conceptual illustration; not a product screenshot or implementation evidence.</a:t>
            </a:r>
          </a:p>
          <a:p xmlns:a="http://schemas.openxmlformats.org/drawingml/2006/main">
            <a:r>
              <a:t>- Technical framing: revised from the existing System prompt. slide in the user-provided SAIL.pptx; unverified numeric claims were removed from visible copy.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built-in image generation, created for this deck on 2026-08-11. Conceptual illustration; not a product screenshot or implementation evidence.</a:t>
            </a:r>
          </a:p>
          <a:p xmlns:a="http://schemas.openxmlformats.org/drawingml/2006/main">
            <a:r>
              <a:t>- Technical framing: revised from the existing Deterministic vs. LLMs slide in the user-provided SAIL.pptx; unverified numeric claims were removed from visible copy.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built-in image generation, created for this deck on 2026-08-11. Conceptual illustration; not a product screenshot or implementation evidence.</a:t>
            </a:r>
          </a:p>
          <a:p xmlns:a="http://schemas.openxmlformats.org/drawingml/2006/main">
            <a:r>
              <a:t>- Technical framing: revised from the existing The Hivemind slide in the user-provided SAIL.pptx; unverified numeric claims were removed from visible copy.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built-in image generation, created for this deck on 2026-08-11. Conceptual illustration; not a product screenshot or implementation evidence.</a:t>
            </a:r>
          </a:p>
          <a:p xmlns:a="http://schemas.openxmlformats.org/drawingml/2006/main">
            <a:r>
              <a:t>- Technical framing: revised from the existing Future possibilities slide in the user-provided SAIL.pptx; unverified numeric claims were removed from visible copy.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be2813b8a45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e491bf0ab48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f7230b54d44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3b2213ff545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45054774547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944ff5a9642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10333b90344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be198083145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a7c8dc5e7481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641b9dd6d47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f9389d29f466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1FC11C-BEBA-1527-34A7-456A7CA83E8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7110D5A-E7DC-FBC3-AA35-82C08EA7FA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87F0B2-0520-043E-AFE7-7337497776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0ED028-D7CC-7091-DEE0-31CDE477A8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1BBD1A-4AF0-0AA5-187E-BA50E0B285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0292B1-B74F-9626-B675-385BA4DD62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33E84-96A1-630D-DA87-4981A4E2B8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042B7C-1914-6B94-166C-3298107CAE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21CE4F-69A8-1E06-1832-84A96E81D1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87DF5F-A21E-4DAD-64C0-EC2511FA55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2B0655-833E-BD0B-F829-162462510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D7D2CB-3855-D45D-FF2C-277550B1E3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0DD3A9-7355-5E37-DA26-45C3ABD477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376544-50A6-1701-F8D9-1C52EEFE0B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F35B1A-00F2-4CB6-9623-9ADF3E805D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F9A71F-6766-DA79-742E-437C7800E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C3E294-DE14-ACE4-43A0-9C0B4751ED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118F6E6-6BFD-DDF6-F267-093BF6B26C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6817320-C040-7E39-BEB0-90A73B99D0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43C3C4-4010-0D27-4E1C-EBC1876BB3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431DC8D-BE78-4642-2F88-D79673A40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F776AE-BC6E-8A00-956D-AAA5E68C5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018278-01F3-899C-F871-46D607A64D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302C18-91E5-6266-3A56-EA106787A2A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1E67339-8ED1-0E97-E5AD-8770EAE7369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A92A98C-B22B-B754-4E42-2AA321E2F93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A5C720F-08F7-97F7-7D87-EB42A85679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2155F83-7939-A494-A6BD-CA81388D8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0D453D9-76EE-5D41-8F7E-BC12372910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C499F3-D802-9173-6335-27135F2D6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F888798-CD8F-6FDF-FEC5-B3E9712631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2213757-EF68-1DE5-9FFB-07F1B778D7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1047AC8-570B-0DE4-AEDE-CF2FB18232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AAAE17E-2412-B4B2-6404-71372E8D0C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C17A2C-0369-CA2A-C996-B526D794CC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FE46D83-7585-D74C-8282-63834305A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39313C-BF49-CC73-35CD-4C5FCB7F27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B346B1-2EC1-E853-896B-3BEFC49727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8922E9B-06E2-8F2A-5C1B-8774E929E4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552F235-399A-F744-BE81-ADE15CCF48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10EFFC8-6A7B-390A-07B9-DAC05513C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D58C6D-532C-9D70-B592-F056BA1ECA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CA7D21-A6F5-F48F-397E-136F8486D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14AFDC0-24B0-6E1D-48BF-AB20029F9B5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494850-1504-79EE-4AAD-3F631D0AFB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6FBD025-9084-59C0-E6DF-C38A4D2A6B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36D6F9-2295-A44A-B384-A81C7E8E71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E9D22F-4DE2-3C4E-03B9-55B4DE9DD2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D8A81C-0931-6322-9FA7-F38A17620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101F65-E024-3BFC-808A-D025E669CA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AB21C4-8910-5F90-F165-39502B994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A809A2-EBAE-B729-E15A-AB2B8852BA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328EE-49E3-B0D9-73EA-EC0323ED4F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004D7AF-002F-A256-60B9-306F67D1F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30B6CA-E7E0-14AE-57F0-5D663B8E2D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8EE696-3CA3-3535-3FA6-142940E727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9E962E-132A-B061-C866-35BA16A609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D183C5-C24C-0029-A8D4-3B4E2C53BE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0367ef36d04c66" /><Relationship Type="http://schemas.openxmlformats.org/officeDocument/2006/relationships/slideLayout" Target="/ppt/slideLayouts/slideLayout1.xml" Id="Rc9fddc71dcb340f0" /><Relationship Type="http://schemas.openxmlformats.org/officeDocument/2006/relationships/slideLayout" Target="/ppt/slideLayouts/slideLayout2.xml" Id="Rf79f56494eb14020" /><Relationship Type="http://schemas.openxmlformats.org/officeDocument/2006/relationships/slideLayout" Target="/ppt/slideLayouts/slideLayout3.xml" Id="R8f628d7a81464c4a" /><Relationship Type="http://schemas.openxmlformats.org/officeDocument/2006/relationships/slideLayout" Target="/ppt/slideLayouts/slideLayout4.xml" Id="R6613817edb0d4c21" /><Relationship Type="http://schemas.openxmlformats.org/officeDocument/2006/relationships/slideLayout" Target="/ppt/slideLayouts/slideLayout5.xml" Id="R406b78dca21a49f4" /><Relationship Type="http://schemas.openxmlformats.org/officeDocument/2006/relationships/slideLayout" Target="/ppt/slideLayouts/slideLayout6.xml" Id="Re357063ed0e542d1" /><Relationship Type="http://schemas.openxmlformats.org/officeDocument/2006/relationships/slideLayout" Target="/ppt/slideLayouts/slideLayout7.xml" Id="R84e0a30b893e4756" /><Relationship Type="http://schemas.openxmlformats.org/officeDocument/2006/relationships/slideLayout" Target="/ppt/slideLayouts/slideLayout8.xml" Id="Re3d26336b2094afa" /><Relationship Type="http://schemas.openxmlformats.org/officeDocument/2006/relationships/slideLayout" Target="/ppt/slideLayouts/slideLayout9.xml" Id="Rc920e39f216f4b07" /><Relationship Type="http://schemas.openxmlformats.org/officeDocument/2006/relationships/slideLayout" Target="/ppt/slideLayouts/slideLayout10.xml" Id="R1c8a921c69534135" /><Relationship Type="http://schemas.openxmlformats.org/officeDocument/2006/relationships/slideLayout" Target="/ppt/slideLayouts/slideLayout11.xml" Id="Ra559a28e5e4d4b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B250F8E-0486-F2A2-F7E4-E85A782534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2FEA99-2879-D702-C43D-3AA53DB0B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1A292D-CBBD-C7F2-271A-F98F6CE5AAF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D5C84B-6117-764D-80CE-7D86D14DB057}" type="datetimeFigureOut">
              <a:t>8/11/26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274D94-A626-4A9D-693F-E47E67E679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4A0F8E-C7E2-C12B-C003-174BCC857BD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BCBAF50-0E5C-D544-A571-1303D4103B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fddc71dcb340f0"/>
    <p:sldLayoutId xmlns:r="http://schemas.openxmlformats.org/officeDocument/2006/relationships" id="2147483650" r:id="Rf79f56494eb14020"/>
    <p:sldLayoutId xmlns:r="http://schemas.openxmlformats.org/officeDocument/2006/relationships" id="2147483651" r:id="R8f628d7a81464c4a"/>
    <p:sldLayoutId xmlns:r="http://schemas.openxmlformats.org/officeDocument/2006/relationships" id="2147483652" r:id="R6613817edb0d4c21"/>
    <p:sldLayoutId xmlns:r="http://schemas.openxmlformats.org/officeDocument/2006/relationships" id="2147483653" r:id="R406b78dca21a49f4"/>
    <p:sldLayoutId xmlns:r="http://schemas.openxmlformats.org/officeDocument/2006/relationships" id="2147483654" r:id="Re357063ed0e542d1"/>
    <p:sldLayoutId xmlns:r="http://schemas.openxmlformats.org/officeDocument/2006/relationships" id="2147483655" r:id="R84e0a30b893e4756"/>
    <p:sldLayoutId xmlns:r="http://schemas.openxmlformats.org/officeDocument/2006/relationships" id="2147483656" r:id="Re3d26336b2094afa"/>
    <p:sldLayoutId xmlns:r="http://schemas.openxmlformats.org/officeDocument/2006/relationships" id="2147483657" r:id="Rc920e39f216f4b07"/>
    <p:sldLayoutId xmlns:r="http://schemas.openxmlformats.org/officeDocument/2006/relationships" id="2147483658" r:id="R1c8a921c69534135"/>
    <p:sldLayoutId xmlns:r="http://schemas.openxmlformats.org/officeDocument/2006/relationships" id="2147483659" r:id="Ra559a28e5e4d4b2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47953c6fa403e" /><Relationship Type="http://schemas.openxmlformats.org/officeDocument/2006/relationships/image" Target="/ppt/media/image.png" Id="R32ce6534c1e4498c" /><Relationship Type="http://schemas.openxmlformats.org/officeDocument/2006/relationships/notesSlide" Target="/ppt/notesSlides/notesSlide1.xml" Id="R6425732fa3504b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edcb4ee3894d77" /><Relationship Type="http://schemas.openxmlformats.org/officeDocument/2006/relationships/image" Target="/ppt/media/image2.png" Id="Rb15bd1cfa5374ba3" /><Relationship Type="http://schemas.openxmlformats.org/officeDocument/2006/relationships/notesSlide" Target="/ppt/notesSlides/notesSlide2.xml" Id="R1e9ac35978d649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7762f4dc8b410f" /><Relationship Type="http://schemas.openxmlformats.org/officeDocument/2006/relationships/image" Target="/ppt/media/image.jpeg" Id="R0d20ec2c352049d2" /><Relationship Type="http://schemas.openxmlformats.org/officeDocument/2006/relationships/notesSlide" Target="/ppt/notesSlides/notesSlide3.xml" Id="R2d20b795078341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487a768a24df8" /><Relationship Type="http://schemas.openxmlformats.org/officeDocument/2006/relationships/image" Target="/ppt/media/image3.png" Id="Rf241cc0faf704959" /><Relationship Type="http://schemas.openxmlformats.org/officeDocument/2006/relationships/notesSlide" Target="/ppt/notesSlides/notesSlide4.xml" Id="R519739c0a82647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f3c64c08c44fae" /><Relationship Type="http://schemas.openxmlformats.org/officeDocument/2006/relationships/image" Target="/ppt/media/image4.png" Id="R1d9fb7be26794ecc" /><Relationship Type="http://schemas.openxmlformats.org/officeDocument/2006/relationships/notesSlide" Target="/ppt/notesSlides/notesSlide5.xml" Id="R3441e85f63d740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ec1a35079487a" /><Relationship Type="http://schemas.openxmlformats.org/officeDocument/2006/relationships/image" Target="/ppt/media/image5.png" Id="R5b8598d466ca4549" /><Relationship Type="http://schemas.openxmlformats.org/officeDocument/2006/relationships/notesSlide" Target="/ppt/notesSlides/notesSlide6.xml" Id="R7d14c93b795d43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06532e276f4cc3" /><Relationship Type="http://schemas.openxmlformats.org/officeDocument/2006/relationships/image" Target="/ppt/media/image6.png" Id="Rc3fc23c381e44191" /><Relationship Type="http://schemas.openxmlformats.org/officeDocument/2006/relationships/notesSlide" Target="/ppt/notesSlides/notesSlide7.xml" Id="R37b06cbf1ce74f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804a4b21724190" /><Relationship Type="http://schemas.openxmlformats.org/officeDocument/2006/relationships/image" Target="/ppt/media/image7.png" Id="Rec4f7696097d402b" /><Relationship Type="http://schemas.openxmlformats.org/officeDocument/2006/relationships/notesSlide" Target="/ppt/notesSlides/notesSlide8.xml" Id="R6534688fdcdc42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f8fe7488d547a8" /><Relationship Type="http://schemas.openxmlformats.org/officeDocument/2006/relationships/image" Target="/ppt/media/image8.png" Id="R27e0d8551acc4342" /><Relationship Type="http://schemas.openxmlformats.org/officeDocument/2006/relationships/notesSlide" Target="/ppt/notesSlides/notesSlide9.xml" Id="Rf96a27572a764c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B9DAA3-15F2-D877-85CA-E1A947F2BC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211055" y="1256095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latin typeface="Inter"/>
                <a:ea typeface="Inter"/>
                <a:cs typeface="Inter"/>
              </a:rPr>
              <a:t>Agentic Pendant</a:t>
            </a:r>
          </a:p>
        </p:txBody>
      </p:sp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e6534c1e4498c"/>
          <a:srcRect xmlns:a="http://schemas.openxmlformats.org/drawingml/2006/main" l="62652" t="47227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619532"/>
            <a:ext cx="3478265" cy="3276535"/>
          </a:xfrm>
          <a:prstGeom xmlns:a="http://schemas.openxmlformats.org/drawingml/2006/main" prst="rect">
            <a:avLst/>
          </a:prstGeom>
        </p:spPr>
      </p:pic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e6534c1e4498c"/>
          <a:srcRect xmlns:a="http://schemas.openxmlformats.org/drawingml/2006/main" l="0" t="0" r="376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08947" cy="3643695"/>
          </a:xfrm>
          <a:prstGeom xmlns:a="http://schemas.openxmlformats.org/drawingml/2006/main" prst="rect">
            <a:avLst/>
          </a:prstGeom>
        </p:spPr>
      </p:pic>
      <p:sp>
        <p:nvSpPr>
          <p:cNvPr id="7" name="Subtitle 6">
            <a:extLst xmlns:a="http://schemas.openxmlformats.org/drawingml/2006/main">
              <a:ext uri="{FF2B5EF4-FFF2-40B4-BE49-F238E27FC236}">
                <a16:creationId xmlns:a16="http://schemas.microsoft.com/office/drawing/2014/main" id="{0750BF8F-AC33-855F-0D34-313D08D223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211055" y="3735770"/>
            <a:ext cx="9144000" cy="16557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latin typeface="Inter"/>
                <a:ea typeface="Inter"/>
                <a:cs typeface="Inter"/>
              </a:rPr>
              <a:t>Small, Lightweight, Comfortable, Non-Distractive</a:t>
            </a:r>
          </a:p>
        </p:txBody>
      </p:sp>
    </p:spTree>
    <p:extLst>
      <p:ext uri="{BB962C8B-B14F-4D97-AF65-F5344CB8AC3E}">
        <p14:creationId xmlns:p14="http://schemas.microsoft.com/office/powerpoint/2010/main" val="16635415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bd1cfa5374b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171" y="1"/>
            <a:ext cx="1031965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574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DA691-BBB2-1F5F-38FB-7D821E667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890C62E-F7D8-ED08-AF17-A018451500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99" y="1825625"/>
            <a:ext cx="5863389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Consisted of </a:t>
            </a:r>
            <a:r>
              <a:rPr b="1"/>
              <a:t>breakout boards </a:t>
            </a:r>
            <a:r>
              <a:t>with breadboard and jumper wires.</a:t>
            </a:r>
          </a:p>
          <a:p xmlns:a="http://schemas.openxmlformats.org/drawingml/2006/main">
            <a:r>
              <a:t>For the end product, we only need to buy the bare chips, design our own PCB and then solder all these components together and integrate with the mechanical casing.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0ec2c352049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6191250" y="857250"/>
            <a:ext cx="6858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78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C3D95E-63F1-BFAB-F27F-F19BBA64C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RAM and Bandwidth Constraints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4993CD-F289-2EEC-939D-F41DE10D8F7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57"/>
            <a:ext cx="3048000" cy="4057650"/>
          </a:xfrm>
        </p:spPr>
        <p:txBody>
          <a:bodyPr xmlns:a="http://schemas.openxmlformats.org/drawingml/2006/main" lIns="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Constraint: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A wearable has a tiny memory and link budget.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Encode locally: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Opus turns a dense waveform into compact audio frames.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Stream continuously: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Send frames as they are captured instead of buffering a full recording.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1cc0faf704959"/>
          <a:stretch xmlns:a="http://schemas.openxmlformats.org/drawingml/2006/main"/>
        </p:blipFill>
        <p:spPr>
          <a:xfrm xmlns:a="http://schemas.openxmlformats.org/drawingml/2006/main">
            <a:off x="4174916" y="1825657"/>
            <a:ext cx="7175918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880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FBE39D-1A87-9761-30A0-2670DDB47D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Reducing Latency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568733-F807-1E56-7D0E-D043DCC036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57"/>
            <a:ext cx="3048000" cy="4057650"/>
          </a:xfrm>
        </p:spPr>
        <p:txBody>
          <a:bodyPr xmlns:a="http://schemas.openxmlformats.org/drawingml/2006/main" lIns="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Overlap the pipeline: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Upload chunks while the user is still speaking.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Skip serial handoffs: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Native audio input removes a separate transcript step.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Reuse context: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KV caching avoids repeating eligible model work.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fb7be26794ecc"/>
          <a:stretch xmlns:a="http://schemas.openxmlformats.org/drawingml/2006/main"/>
        </p:blipFill>
        <p:spPr>
          <a:xfrm xmlns:a="http://schemas.openxmlformats.org/drawingml/2006/main">
            <a:off x="4174916" y="1825657"/>
            <a:ext cx="7175918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970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4975C9-4B6E-8C08-D159-88B7886DE5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prompt.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0D8CBA-59EC-DA00-96D6-CD72F2B7B7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57"/>
            <a:ext cx="3048000" cy="4057650"/>
          </a:xfrm>
        </p:spPr>
        <p:txBody>
          <a:bodyPr xmlns:a="http://schemas.openxmlformats.org/drawingml/2006/main" lIns="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Map the system: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The prompt names each node and its role.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Index capabilities: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Tools stay grouped by category.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Discover on demand: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The agent loads only relevant, permitted tools.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598d466ca4549"/>
          <a:stretch xmlns:a="http://schemas.openxmlformats.org/drawingml/2006/main"/>
        </p:blipFill>
        <p:spPr>
          <a:xfrm xmlns:a="http://schemas.openxmlformats.org/drawingml/2006/main">
            <a:off x="4174916" y="1825657"/>
            <a:ext cx="7175918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11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E2EBA2-0F1E-41C2-847D-38A24450B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Deterministic vs. LLMs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A2EC21C-A024-C14B-8F3C-4EAE128DD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57"/>
            <a:ext cx="3048000" cy="4057650"/>
          </a:xfrm>
        </p:spPr>
        <p:txBody>
          <a:bodyPr xmlns:a="http://schemas.openxmlformats.org/drawingml/2006/main" lIns="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Local first: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Known offline intents—wake words, alarms, and timers.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Escalate simply: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Route permitted requests to an economical model.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Add capacity only when needed: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Use a stronger model for deeper reasoning.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c23c381e44191"/>
          <a:stretch xmlns:a="http://schemas.openxmlformats.org/drawingml/2006/main"/>
        </p:blipFill>
        <p:spPr>
          <a:xfrm xmlns:a="http://schemas.openxmlformats.org/drawingml/2006/main">
            <a:off x="4174916" y="1825657"/>
            <a:ext cx="7175918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544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1AB3DC-F051-2ADA-0A41-27B6B8689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Hivemind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00C04E-D314-94AE-2050-C357EF2477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57"/>
            <a:ext cx="3048000" cy="4057650"/>
          </a:xfrm>
        </p:spPr>
        <p:txBody>
          <a:bodyPr xmlns:a="http://schemas.openxmlformats.org/drawingml/2006/main" lIns="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Five nodes: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Pendant, phone, desktop, browser, and cloud relay.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Local context: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Each node exposes only its own tools and environment.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Shared coordination: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Tasks and memory support cross-node handoff.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f7696097d402b"/>
          <a:stretch xmlns:a="http://schemas.openxmlformats.org/drawingml/2006/main"/>
        </p:blipFill>
        <p:spPr>
          <a:xfrm xmlns:a="http://schemas.openxmlformats.org/drawingml/2006/main">
            <a:off x="4174916" y="1825657"/>
            <a:ext cx="7175918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838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58780F-2B62-02A6-A4E7-DC56EB250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possibilities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9A1158-D187-5C3C-D664-D125E45882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57"/>
            <a:ext cx="3048000" cy="4057650"/>
          </a:xfrm>
        </p:spPr>
        <p:txBody>
          <a:bodyPr xmlns:a="http://schemas.openxmlformats.org/drawingml/2006/main" lIns="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Exploratory: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A USB bridge could expose approved keyboard, pointer, and display paths.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Consent first: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Every session should be visible, encrypted, and revocable.</a:t>
            </a:r>
          </a:p>
          <a:p xmlns:a="http://schemas.openxmlformats.org/drawingml/2006/main">
            <a:pPr marL="22" indent="-12">
              <a:lnSpc>
                <a:spcPct val="108000"/>
              </a:lnSpc>
              <a:buNone/>
              <a:defRPr sz="1875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11111"/>
                </a:solidFill>
                <a:latin typeface="Inter"/>
                <a:ea typeface="Inter"/>
                <a:cs typeface="Inter"/>
              </a:rPr>
              <a:t>Platform limits apply:</a:t>
            </a:r>
            <a:r>
              <a:rPr sz="1875">
                <a:solidFill>
                  <a:srgbClr val="111111"/>
                </a:solidFill>
                <a:latin typeface="Inter"/>
                <a:ea typeface="Inter"/>
                <a:cs typeface="Inter"/>
              </a:rPr>
              <a:t> Capabilities depend on the host and device.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0d8551acc4342"/>
          <a:stretch xmlns:a="http://schemas.openxmlformats.org/drawingml/2006/main"/>
        </p:blipFill>
        <p:spPr>
          <a:xfrm xmlns:a="http://schemas.openxmlformats.org/drawingml/2006/main">
            <a:off x="4174916" y="1825657"/>
            <a:ext cx="7175918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991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2026-08-12T05:01:48.5430000Z</dcterms:created>
  <dcterms:modified xsi:type="dcterms:W3CDTF">2026-08-12T05:01:48.5430000Z</dcterms:modified>
</coreProperties>
</file>